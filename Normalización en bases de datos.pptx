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0" d="100"/>
          <a:sy n="80" d="100"/>
        </p:scale>
        <p:origin x="3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3/28/2014</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s-ES" smtClean="0"/>
              <a:t>Haga clic para modificar el estilo de título del patrón</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TextBox 11"/>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3" name="TextBox 12"/>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smtClean="0"/>
              <a:t>Haga clic para modificar el estilo de título del patrón</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smtClean="0"/>
              <a:t>Haga clic para modificar el estilo de título del patrón</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s-ES" smtClean="0"/>
              <a:t>Haga clic para modificar el estilo de texto del patrón</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s-ES" smtClean="0"/>
              <a:t>Haga clic para modificar el estilo de título del patrón</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s-ES" smtClean="0"/>
              <a:t>Haga clic para modificar el estilo de texto del patrón</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3/28/2014</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MX" dirty="0" smtClean="0"/>
              <a:t>Normalización en bases de datos </a:t>
            </a:r>
            <a:endParaRPr lang="es-MX" dirty="0"/>
          </a:p>
        </p:txBody>
      </p:sp>
      <p:sp>
        <p:nvSpPr>
          <p:cNvPr id="3" name="Subtítulo 2"/>
          <p:cNvSpPr>
            <a:spLocks noGrp="1"/>
          </p:cNvSpPr>
          <p:nvPr>
            <p:ph type="subTitle" idx="1"/>
          </p:nvPr>
        </p:nvSpPr>
        <p:spPr/>
        <p:txBody>
          <a:bodyPr>
            <a:normAutofit fontScale="92500" lnSpcReduction="10000"/>
          </a:bodyPr>
          <a:lstStyle/>
          <a:p>
            <a:r>
              <a:rPr lang="es-MX" dirty="0" smtClean="0"/>
              <a:t>Integrantes:</a:t>
            </a:r>
          </a:p>
          <a:p>
            <a:pPr marL="285750" indent="-285750">
              <a:buFontTx/>
              <a:buChar char="-"/>
            </a:pPr>
            <a:r>
              <a:rPr lang="es-MX" dirty="0" smtClean="0"/>
              <a:t>Zarco Saucedo alexya Anahí</a:t>
            </a:r>
          </a:p>
          <a:p>
            <a:pPr marL="285750" indent="-285750">
              <a:buFontTx/>
              <a:buChar char="-"/>
            </a:pPr>
            <a:r>
              <a:rPr lang="es-MX" dirty="0" smtClean="0"/>
              <a:t>Campos Martínez Edgar Alejandro</a:t>
            </a:r>
          </a:p>
          <a:p>
            <a:pPr marL="285750" indent="-285750">
              <a:buFontTx/>
              <a:buChar char="-"/>
            </a:pPr>
            <a:r>
              <a:rPr lang="es-MX" dirty="0" smtClean="0"/>
              <a:t>Quiroz Figueroa Erick Alfredo</a:t>
            </a:r>
          </a:p>
        </p:txBody>
      </p:sp>
    </p:spTree>
    <p:extLst>
      <p:ext uri="{BB962C8B-B14F-4D97-AF65-F5344CB8AC3E}">
        <p14:creationId xmlns:p14="http://schemas.microsoft.com/office/powerpoint/2010/main" val="1061208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8926428" y="381000"/>
            <a:ext cx="2857500" cy="2619375"/>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
        <p:nvSpPr>
          <p:cNvPr id="2" name="Título 1"/>
          <p:cNvSpPr>
            <a:spLocks noGrp="1"/>
          </p:cNvSpPr>
          <p:nvPr>
            <p:ph type="title"/>
          </p:nvPr>
        </p:nvSpPr>
        <p:spPr/>
        <p:txBody>
          <a:bodyPr/>
          <a:lstStyle/>
          <a:p>
            <a:r>
              <a:rPr lang="es-MX" dirty="0" smtClean="0"/>
              <a:t>¿ que es la normalización ?</a:t>
            </a:r>
            <a:endParaRPr lang="es-MX" dirty="0"/>
          </a:p>
        </p:txBody>
      </p:sp>
      <p:sp>
        <p:nvSpPr>
          <p:cNvPr id="3" name="Marcador de contenido 2"/>
          <p:cNvSpPr>
            <a:spLocks noGrp="1"/>
          </p:cNvSpPr>
          <p:nvPr>
            <p:ph idx="1"/>
          </p:nvPr>
        </p:nvSpPr>
        <p:spPr/>
        <p:txBody>
          <a:bodyPr/>
          <a:lstStyle/>
          <a:p>
            <a:pPr marL="0" indent="0">
              <a:buNone/>
            </a:pPr>
            <a:r>
              <a:rPr lang="es-MX" b="1" dirty="0" smtClean="0"/>
              <a:t>Es el proceso de organizar de manera eficiente los datos dentro de una base de datos.</a:t>
            </a:r>
            <a:endParaRPr lang="es-MX" b="1" dirty="0"/>
          </a:p>
          <a:p>
            <a:pPr marL="0" indent="0">
              <a:buNone/>
            </a:pPr>
            <a:endParaRPr lang="es-MX" b="1" dirty="0" smtClean="0"/>
          </a:p>
          <a:p>
            <a:pPr marL="0" indent="0">
              <a:buNone/>
            </a:pPr>
            <a:r>
              <a:rPr lang="es-MX" b="1" dirty="0" smtClean="0"/>
              <a:t>Se deben incluir tablas y las relaciones de las mismas  para hacerlas mas flexibles y evitar redundancia y dependencia incoherente.</a:t>
            </a:r>
          </a:p>
          <a:p>
            <a:pPr marL="0" indent="0">
              <a:buNone/>
            </a:pPr>
            <a:r>
              <a:rPr lang="es-MX" b="1" dirty="0" smtClean="0"/>
              <a:t>Se puede entender como el proceso mediante el cual se transforman los datos complejos a un dato de estructuras mas pequeñas que además de ser mas simples y mas estables son mas fáciles de entender. </a:t>
            </a:r>
            <a:endParaRPr lang="es-MX" b="1" dirty="0"/>
          </a:p>
        </p:txBody>
      </p:sp>
    </p:spTree>
    <p:extLst>
      <p:ext uri="{BB962C8B-B14F-4D97-AF65-F5344CB8AC3E}">
        <p14:creationId xmlns:p14="http://schemas.microsoft.com/office/powerpoint/2010/main" val="4139303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pPr marL="0" indent="0">
              <a:buNone/>
            </a:pPr>
            <a:r>
              <a:rPr lang="es-MX" b="1" dirty="0" smtClean="0"/>
              <a:t>Es la reacción </a:t>
            </a:r>
            <a:r>
              <a:rPr lang="es-MX" b="1" dirty="0"/>
              <a:t>y</a:t>
            </a:r>
            <a:r>
              <a:rPr lang="es-MX" b="1" dirty="0" smtClean="0"/>
              <a:t> aprobación de normas que se establecen para garantizar el acoplamiento de elementos construidos independientemente, así como garantizar la calidad de elementos fabricados y la seguridad de funcionamiento.</a:t>
            </a:r>
          </a:p>
          <a:p>
            <a:pPr marL="0" indent="0">
              <a:buNone/>
            </a:pPr>
            <a:r>
              <a:rPr lang="es-MX" b="1" dirty="0" smtClean="0"/>
              <a:t>La normalización persigue fundamentalmente tres objetivos:</a:t>
            </a:r>
          </a:p>
          <a:p>
            <a:r>
              <a:rPr lang="es-MX" b="1" dirty="0" smtClean="0"/>
              <a:t>Simplificación.- se trata de reducir los modelos quedándose únicamente con los mas necesarios.</a:t>
            </a:r>
          </a:p>
          <a:p>
            <a:r>
              <a:rPr lang="es-MX" b="1" dirty="0" smtClean="0"/>
              <a:t>Unificación.- para permitir la intercambialidad a nivel internacional.</a:t>
            </a:r>
          </a:p>
          <a:p>
            <a:r>
              <a:rPr lang="es-MX" b="1" dirty="0" smtClean="0"/>
              <a:t>Especificación.- se persigue evitar errores de identificación crea un lenguaje claro y preciso. </a:t>
            </a:r>
          </a:p>
          <a:p>
            <a:pPr marL="0" indent="0">
              <a:buNone/>
            </a:pPr>
            <a:endParaRPr lang="es-MX" b="1" dirty="0"/>
          </a:p>
        </p:txBody>
      </p:sp>
    </p:spTree>
    <p:extLst>
      <p:ext uri="{BB962C8B-B14F-4D97-AF65-F5344CB8AC3E}">
        <p14:creationId xmlns:p14="http://schemas.microsoft.com/office/powerpoint/2010/main" val="291318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Las 3FN (Formas normales)</a:t>
            </a:r>
            <a:endParaRPr lang="es-MX" dirty="0"/>
          </a:p>
        </p:txBody>
      </p:sp>
      <p:sp>
        <p:nvSpPr>
          <p:cNvPr id="3" name="Marcador de contenido 2"/>
          <p:cNvSpPr>
            <a:spLocks noGrp="1"/>
          </p:cNvSpPr>
          <p:nvPr>
            <p:ph idx="1"/>
          </p:nvPr>
        </p:nvSpPr>
        <p:spPr/>
        <p:txBody>
          <a:bodyPr/>
          <a:lstStyle/>
          <a:p>
            <a:pPr marL="0" indent="0">
              <a:buNone/>
            </a:pPr>
            <a:r>
              <a:rPr lang="es-MX" dirty="0" smtClean="0"/>
              <a:t>Primera forma normal:</a:t>
            </a:r>
          </a:p>
          <a:p>
            <a:pPr marL="0" indent="0">
              <a:buNone/>
            </a:pPr>
            <a:r>
              <a:rPr lang="es-MX" dirty="0"/>
              <a:t>Esta primera Forma Normal, nos lleva a no repetir datos en nuestras tablas. Los famosos maestro – detalle, deben aplicarse a la estructura de la tabla</a:t>
            </a:r>
            <a:r>
              <a:rPr lang="es-MX" dirty="0" smtClean="0"/>
              <a:t>. Si </a:t>
            </a:r>
            <a:r>
              <a:rPr lang="es-MX" dirty="0"/>
              <a:t>nuestra tabla de ventas repite una y otra vez (por cada venta) , el nombre, el domicilio y otros datos del Cliente, es que no hemos aplicado esta </a:t>
            </a:r>
            <a:r>
              <a:rPr lang="es-MX" dirty="0" smtClean="0"/>
              <a:t>Normalización. Si </a:t>
            </a:r>
            <a:r>
              <a:rPr lang="es-MX" dirty="0"/>
              <a:t>tenemos una tabla clientes, en la tabla ventas, solo </a:t>
            </a:r>
            <a:r>
              <a:rPr lang="es-MX" dirty="0" smtClean="0"/>
              <a:t>debería </a:t>
            </a:r>
            <a:r>
              <a:rPr lang="es-MX" dirty="0"/>
              <a:t>figurar el </a:t>
            </a:r>
            <a:r>
              <a:rPr lang="es-MX" dirty="0" smtClean="0"/>
              <a:t>código </a:t>
            </a:r>
            <a:r>
              <a:rPr lang="es-MX" dirty="0"/>
              <a:t>del cliente, para que el resto de los datos se puedan referenciar </a:t>
            </a:r>
            <a:r>
              <a:rPr lang="es-MX" dirty="0" smtClean="0"/>
              <a:t>automáticamente </a:t>
            </a:r>
            <a:r>
              <a:rPr lang="es-MX" dirty="0"/>
              <a:t>sin problemas y sin duplicar información</a:t>
            </a:r>
            <a:r>
              <a:rPr lang="es-MX" dirty="0" smtClean="0"/>
              <a:t>. Lo </a:t>
            </a:r>
            <a:r>
              <a:rPr lang="es-MX" dirty="0"/>
              <a:t>mismo </a:t>
            </a:r>
            <a:r>
              <a:rPr lang="es-MX" dirty="0" smtClean="0"/>
              <a:t>ocurriría </a:t>
            </a:r>
            <a:r>
              <a:rPr lang="es-MX" dirty="0"/>
              <a:t>en una tabla de detalle de ventas, si por cada </a:t>
            </a:r>
            <a:r>
              <a:rPr lang="es-MX" dirty="0" smtClean="0"/>
              <a:t>ítem </a:t>
            </a:r>
            <a:r>
              <a:rPr lang="es-MX" dirty="0"/>
              <a:t>vendido colocamos el detalle del producto, con su descripción , medidas, etc</a:t>
            </a:r>
            <a:r>
              <a:rPr lang="es-MX" dirty="0" smtClean="0"/>
              <a:t>… Tendríamos </a:t>
            </a:r>
            <a:r>
              <a:rPr lang="es-MX" dirty="0"/>
              <a:t>un desaprovechamiento de espacio y recursos muy grande. Para ello, tendremos nuestra tabla maestra de Productos y con solo grabar el código de dicho producto en nuestra tabla de ventas, será suficiente.</a:t>
            </a:r>
            <a:endParaRPr lang="es-MX" dirty="0"/>
          </a:p>
        </p:txBody>
      </p:sp>
      <p:pic>
        <p:nvPicPr>
          <p:cNvPr id="6" name="Imagen 5"/>
          <p:cNvPicPr>
            <a:picLocks noChangeAspect="1"/>
          </p:cNvPicPr>
          <p:nvPr/>
        </p:nvPicPr>
        <p:blipFill>
          <a:blip r:embed="rId2"/>
          <a:stretch>
            <a:fillRect/>
          </a:stretch>
        </p:blipFill>
        <p:spPr>
          <a:xfrm>
            <a:off x="6940965" y="92242"/>
            <a:ext cx="5118769" cy="2193758"/>
          </a:xfrm>
          <a:prstGeom prst="rect">
            <a:avLst/>
          </a:prstGeom>
        </p:spPr>
      </p:pic>
    </p:spTree>
    <p:extLst>
      <p:ext uri="{BB962C8B-B14F-4D97-AF65-F5344CB8AC3E}">
        <p14:creationId xmlns:p14="http://schemas.microsoft.com/office/powerpoint/2010/main" val="3069308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r>
              <a:rPr lang="es-MX" dirty="0" smtClean="0"/>
              <a:t>Segunda forma normal </a:t>
            </a:r>
          </a:p>
          <a:p>
            <a:pPr marL="0" indent="0">
              <a:buNone/>
            </a:pPr>
            <a:r>
              <a:rPr lang="es-MX" dirty="0"/>
              <a:t>(Si o si debe estar previamente aplicada la Primera Forma Normal) La Segunda Forma Normal nos habla de que cada columna de la tabla debe depender de la clave</a:t>
            </a:r>
            <a:r>
              <a:rPr lang="es-MX" dirty="0" smtClean="0"/>
              <a:t>. Esto </a:t>
            </a:r>
            <a:r>
              <a:rPr lang="es-MX" dirty="0"/>
              <a:t>significa que todo un registro debe depender únicamente de la clave principal, si </a:t>
            </a:r>
            <a:r>
              <a:rPr lang="es-MX" dirty="0" smtClean="0"/>
              <a:t>tuviéramos </a:t>
            </a:r>
            <a:r>
              <a:rPr lang="es-MX" dirty="0"/>
              <a:t>alguna columna que se repite a lo largo de todos los registros, dichos datos </a:t>
            </a:r>
            <a:r>
              <a:rPr lang="es-MX" dirty="0" smtClean="0"/>
              <a:t>deberían </a:t>
            </a:r>
            <a:r>
              <a:rPr lang="es-MX" dirty="0"/>
              <a:t>atomizarse en una nueva tabla.</a:t>
            </a:r>
            <a:endParaRPr lang="es-MX" dirty="0"/>
          </a:p>
        </p:txBody>
      </p:sp>
      <p:pic>
        <p:nvPicPr>
          <p:cNvPr id="2051" name="Picture 3" descr="http://www.monografias.com/trabajos84/modelamiento-base-datos/image00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3577" y="108284"/>
            <a:ext cx="4692623" cy="3453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16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r>
              <a:rPr lang="es-MX" dirty="0" smtClean="0"/>
              <a:t>Tercera forma normal </a:t>
            </a:r>
          </a:p>
          <a:p>
            <a:pPr marL="0" indent="0">
              <a:buNone/>
            </a:pPr>
            <a:r>
              <a:rPr lang="es-MX" dirty="0"/>
              <a:t>En realidad si nos guiamos en el ejemplo de esta nota, ya no </a:t>
            </a:r>
            <a:r>
              <a:rPr lang="es-MX" dirty="0" smtClean="0"/>
              <a:t>quedaría </a:t>
            </a:r>
            <a:r>
              <a:rPr lang="es-MX" dirty="0"/>
              <a:t>normalización por aplicar y </a:t>
            </a:r>
            <a:r>
              <a:rPr lang="es-MX" dirty="0" smtClean="0"/>
              <a:t>podríamos </a:t>
            </a:r>
            <a:r>
              <a:rPr lang="es-MX" dirty="0"/>
              <a:t>decir que nuestro ejemplo cumple con las 3 formas normales, ya que la 3ra Forma Normal nos habla de que :</a:t>
            </a:r>
            <a:endParaRPr lang="es-MX" dirty="0"/>
          </a:p>
          <a:p>
            <a:r>
              <a:rPr lang="es-MX" dirty="0"/>
              <a:t>Ninguna Columna puede depender de una columna que no tenga una clave </a:t>
            </a:r>
            <a:endParaRPr lang="es-MX" dirty="0"/>
          </a:p>
          <a:p>
            <a:r>
              <a:rPr lang="es-MX" dirty="0"/>
              <a:t>No puede haber datos derivados</a:t>
            </a:r>
            <a:endParaRPr lang="es-MX" dirty="0"/>
          </a:p>
          <a:p>
            <a:pPr marL="0" indent="0">
              <a:buNone/>
            </a:pPr>
            <a:endParaRPr lang="es-MX" dirty="0"/>
          </a:p>
        </p:txBody>
      </p:sp>
      <p:pic>
        <p:nvPicPr>
          <p:cNvPr id="3074" name="Picture 2" descr="http://1.bp.blogspot.com/-JQ_3th8XS_g/UEGjf5aMRXI/AAAAAAAAABk/51zLdQS4QM8/s1600/3f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710" y="354848"/>
            <a:ext cx="5044931" cy="1787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9192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Reglas de los niveles de normalización </a:t>
            </a:r>
            <a:endParaRPr lang="es-MX" dirty="0"/>
          </a:p>
        </p:txBody>
      </p:sp>
      <p:sp>
        <p:nvSpPr>
          <p:cNvPr id="3" name="Marcador de contenido 2"/>
          <p:cNvSpPr>
            <a:spLocks noGrp="1"/>
          </p:cNvSpPr>
          <p:nvPr>
            <p:ph idx="1"/>
          </p:nvPr>
        </p:nvSpPr>
        <p:spPr/>
        <p:txBody>
          <a:bodyPr/>
          <a:lstStyle/>
          <a:p>
            <a:r>
              <a:rPr lang="es-MX" dirty="0" smtClean="0"/>
              <a:t>(1FN):  Incluye la eliminación de todos los grupos repetidos.</a:t>
            </a:r>
          </a:p>
          <a:p>
            <a:r>
              <a:rPr lang="es-MX" dirty="0" smtClean="0"/>
              <a:t>(2FN): Asegura que todas las columnas que no son llave sean completamente dependientes en las llaves primarias.</a:t>
            </a:r>
          </a:p>
          <a:p>
            <a:r>
              <a:rPr lang="es-MX" dirty="0" smtClean="0"/>
              <a:t>(3FN): Elimina cualquier dependencia transitiva es aquella en la cual las columnas que no son dependientes de otras columnas que no son llave son dependientes de otras columnas que tampoco son llave.</a:t>
            </a:r>
          </a:p>
          <a:p>
            <a:pPr marL="0" indent="0">
              <a:buNone/>
            </a:pPr>
            <a:endParaRPr lang="es-MX" dirty="0"/>
          </a:p>
        </p:txBody>
      </p:sp>
    </p:spTree>
    <p:extLst>
      <p:ext uri="{BB962C8B-B14F-4D97-AF65-F5344CB8AC3E}">
        <p14:creationId xmlns:p14="http://schemas.microsoft.com/office/powerpoint/2010/main" val="1755881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Restricciones de la normalización </a:t>
            </a:r>
            <a:endParaRPr lang="es-MX" dirty="0"/>
          </a:p>
        </p:txBody>
      </p:sp>
      <p:sp>
        <p:nvSpPr>
          <p:cNvPr id="3" name="Marcador de contenido 2"/>
          <p:cNvSpPr>
            <a:spLocks noGrp="1"/>
          </p:cNvSpPr>
          <p:nvPr>
            <p:ph idx="1"/>
          </p:nvPr>
        </p:nvSpPr>
        <p:spPr/>
        <p:txBody>
          <a:bodyPr>
            <a:normAutofit lnSpcReduction="10000"/>
          </a:bodyPr>
          <a:lstStyle/>
          <a:p>
            <a:r>
              <a:rPr lang="es-MX" dirty="0" smtClean="0"/>
              <a:t>(1FN).- Prohíbe los grupos repetidos, por lo tanto tenemos que convertir a la primera forma normal los pasos a seguir son:</a:t>
            </a:r>
          </a:p>
          <a:p>
            <a:pPr>
              <a:buFont typeface="Wingdings" panose="05000000000000000000" pitchFamily="2" charset="2"/>
              <a:buChar char="ü"/>
            </a:pPr>
            <a:r>
              <a:rPr lang="es-MX" dirty="0" smtClean="0"/>
              <a:t>Tenemos que eliminar los grupos repetidos </a:t>
            </a:r>
          </a:p>
          <a:p>
            <a:pPr>
              <a:buFont typeface="Wingdings" panose="05000000000000000000" pitchFamily="2" charset="2"/>
              <a:buChar char="ü"/>
            </a:pPr>
            <a:r>
              <a:rPr lang="es-MX" dirty="0" smtClean="0"/>
              <a:t>Tenemos que crear una nueva tabla con la PK de la tabla base y el grupo repetido.</a:t>
            </a:r>
          </a:p>
          <a:p>
            <a:pPr>
              <a:buFont typeface="Wingdings" panose="05000000000000000000" pitchFamily="2" charset="2"/>
              <a:buChar char="ü"/>
            </a:pPr>
            <a:endParaRPr lang="es-MX" dirty="0"/>
          </a:p>
          <a:p>
            <a:pPr>
              <a:buFont typeface="Arial" panose="020B0604020202020204" pitchFamily="34" charset="0"/>
              <a:buChar char="•"/>
            </a:pPr>
            <a:r>
              <a:rPr lang="es-MX" dirty="0" smtClean="0"/>
              <a:t>(2FN).- Tenemos que eliminar cualquier columna que no dependa de la llave primaria de la tabla los pasos son:</a:t>
            </a:r>
          </a:p>
          <a:p>
            <a:pPr>
              <a:buFont typeface="Wingdings" panose="05000000000000000000" pitchFamily="2" charset="2"/>
              <a:buChar char="ü"/>
            </a:pPr>
            <a:r>
              <a:rPr lang="es-MX" dirty="0" smtClean="0"/>
              <a:t>Determinar cuales columnas que no son llave no dependen de la primaria de la tabla.</a:t>
            </a:r>
          </a:p>
          <a:p>
            <a:pPr>
              <a:buFont typeface="Wingdings" panose="05000000000000000000" pitchFamily="2" charset="2"/>
              <a:buChar char="ü"/>
            </a:pPr>
            <a:r>
              <a:rPr lang="es-MX" dirty="0" smtClean="0"/>
              <a:t>Eliminar esas columnas de tabla base.</a:t>
            </a:r>
          </a:p>
          <a:p>
            <a:pPr>
              <a:buFont typeface="Wingdings" panose="05000000000000000000" pitchFamily="2" charset="2"/>
              <a:buChar char="ü"/>
            </a:pPr>
            <a:r>
              <a:rPr lang="es-MX" dirty="0" smtClean="0"/>
              <a:t>Crear una segunda tabla con esas columnas y la(s) columna(s) PK de la cual dependen. </a:t>
            </a:r>
          </a:p>
        </p:txBody>
      </p:sp>
    </p:spTree>
    <p:extLst>
      <p:ext uri="{BB962C8B-B14F-4D97-AF65-F5344CB8AC3E}">
        <p14:creationId xmlns:p14="http://schemas.microsoft.com/office/powerpoint/2010/main" val="1047023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r>
              <a:rPr lang="es-MX" dirty="0" smtClean="0"/>
              <a:t>(3FN).- Tenemos que eliminar cualquier columna no llave que sea dependiente de otra columna no llave que sea de otra columna no  llave, los pasos a seguir son:</a:t>
            </a:r>
          </a:p>
          <a:p>
            <a:pPr>
              <a:buFont typeface="Wingdings" panose="05000000000000000000" pitchFamily="2" charset="2"/>
              <a:buChar char="ü"/>
            </a:pPr>
            <a:r>
              <a:rPr lang="es-MX" dirty="0" smtClean="0"/>
              <a:t>Determinante las columnas que son dependientes de otra columna no llave. </a:t>
            </a:r>
          </a:p>
          <a:p>
            <a:pPr>
              <a:buFont typeface="Wingdings" panose="05000000000000000000" pitchFamily="2" charset="2"/>
              <a:buChar char="ü"/>
            </a:pPr>
            <a:r>
              <a:rPr lang="es-MX" dirty="0" smtClean="0"/>
              <a:t>Eliminar esas columnas de la tabla base.</a:t>
            </a:r>
          </a:p>
          <a:p>
            <a:pPr>
              <a:buFont typeface="Wingdings" panose="05000000000000000000" pitchFamily="2" charset="2"/>
              <a:buChar char="ü"/>
            </a:pPr>
            <a:r>
              <a:rPr lang="es-MX" dirty="0" smtClean="0"/>
              <a:t>Crear una segunda tabla con esas columnas y con cada columna no llave de la cual son dependientes. </a:t>
            </a:r>
            <a:endParaRPr lang="es-MX" dirty="0"/>
          </a:p>
        </p:txBody>
      </p:sp>
    </p:spTree>
    <p:extLst>
      <p:ext uri="{BB962C8B-B14F-4D97-AF65-F5344CB8AC3E}">
        <p14:creationId xmlns:p14="http://schemas.microsoft.com/office/powerpoint/2010/main" val="24659510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B36E0D05-787B-4C61-8268-2D6C1FBEDA32}"/>
    </a:ext>
  </a:extLst>
</a:theme>
</file>

<file path=docProps/app.xml><?xml version="1.0" encoding="utf-8"?>
<Properties xmlns="http://schemas.openxmlformats.org/officeDocument/2006/extended-properties" xmlns:vt="http://schemas.openxmlformats.org/officeDocument/2006/docPropsVTypes">
  <Template>Celestial</Template>
  <TotalTime>134</TotalTime>
  <Words>738</Words>
  <Application>Microsoft Office PowerPoint</Application>
  <PresentationFormat>Panorámica</PresentationFormat>
  <Paragraphs>41</Paragraphs>
  <Slides>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Calibri</vt:lpstr>
      <vt:lpstr>Calibri Light</vt:lpstr>
      <vt:lpstr>Wingdings</vt:lpstr>
      <vt:lpstr>Celestial</vt:lpstr>
      <vt:lpstr>Normalización en bases de datos </vt:lpstr>
      <vt:lpstr>¿ que es la normalización ?</vt:lpstr>
      <vt:lpstr>Presentación de PowerPoint</vt:lpstr>
      <vt:lpstr>Las 3FN (Formas normales)</vt:lpstr>
      <vt:lpstr>Presentación de PowerPoint</vt:lpstr>
      <vt:lpstr>Presentación de PowerPoint</vt:lpstr>
      <vt:lpstr>Reglas de los niveles de normalización </vt:lpstr>
      <vt:lpstr>Restricciones de la normalización </vt:lpstr>
      <vt:lpstr>Presentación de PowerPoint</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Normalización en bases de datos</dc:title>
  <dc:creator>YANY ...</dc:creator>
  <cp:lastModifiedBy>YANY ...</cp:lastModifiedBy>
  <cp:revision>13</cp:revision>
  <dcterms:created xsi:type="dcterms:W3CDTF">2014-03-28T22:36:05Z</dcterms:created>
  <dcterms:modified xsi:type="dcterms:W3CDTF">2014-03-29T00:50:51Z</dcterms:modified>
</cp:coreProperties>
</file>